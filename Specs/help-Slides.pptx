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30337-2DFD-CBE9-22CF-EA8600810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8AED05-0DD0-3AB6-B384-EF293050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F84EDA-00FC-8CDA-0DDA-4EFC01A3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31A50C-2A73-D43C-7F42-EBA651125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55C363-15B1-D436-C535-62F47396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6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EC8FEE-DC75-EA68-A99D-301AA73C9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159C08-3167-353E-0087-5E5A9080B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D53FE8-1316-EED7-F5F6-8DA960F4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D587FA-BBD2-3708-A157-A06E0ACE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C8A118-C49B-2865-6A13-48ABBCE7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4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13986B-93BB-7B40-B902-CA4F02960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D9D75A-3407-6707-267E-D99839552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66A9B-1CA6-B65B-B7B9-7C65A917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C1CEFB-58CF-A0C1-BEFD-ABDEA5F4D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F8F834-72B9-01DF-86B1-51C289D3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0F180-F59E-002C-95D8-89473CCE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26A270-38D5-C8A4-1C13-EBCA9AB22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661519-591D-33F5-0230-7C7FD8FB0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9977C7-502C-00C2-E896-E6F16D17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DB083F-4B3B-AFE6-5D5B-B9CEB897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AEA147-EB11-CE23-8D53-33935D83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CE408D-06A2-F2FF-3E73-EAA1CA45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6C1491-79C7-4C73-38B0-9A2E33190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A33B13-388C-D3AC-0D7A-29838EF66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29F7337-9395-F38C-6243-C8A1A38FF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E39500-2B81-23E9-6873-76B478B31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445E54B-59E2-F2AF-DBF0-D4FE9297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FB228B3-F096-C3D6-F2CD-FA89A86B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5CD8AA-DDE6-A7E2-7B5A-6EFE8E02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9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B05E2F-D9EE-7066-0548-09D3BDACC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90CA138-92D3-F81A-ECB6-09DF0F36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970A33A-0661-B973-4C20-20203708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240138-3557-307D-237F-8D45CD27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4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668F9F-06E2-2991-621E-044C93AA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3EA5A0-2B15-A733-B986-37251A905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EEF060-5CAB-6D2A-8AA9-0401EF49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0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C7337-16B3-E02F-B24E-C8CED668E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A4C363-699F-CE01-1A2A-BE6C70E5D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9326A8-2173-BF0E-1859-170B2873C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9494EF-4287-038E-D2A3-2618B996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96FA61-D262-4791-3631-85C9F7B6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0FC4EA-45BD-2208-5521-C05F679C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DA4310-676C-F55A-9005-371249BD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0FEED7E-AE94-B0EF-4A0D-E3F1C0159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C0C0BE-0EA5-4692-1049-F540C342C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FABF13-4599-11A4-9A9F-47AC03D8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347FFB-5180-E33C-243E-DF2BB403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E6C96A-6D77-B9E0-951E-E8A82E2CF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4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0CDA56-9874-3916-C630-74423EA4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206057-2880-9DBC-7D34-EC495B802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E1C05D-DA3E-6261-71FD-D3E6EFE3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2AEE70-BE47-669F-9946-292433F5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AAFC98-FF16-C52C-EEE9-8EDDC61F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9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4096923-A369-DD6D-BAA0-DD8CD41F6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E386B1-4A70-5CD6-EC3D-D9AB716A5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13852A-4832-40E9-F3A2-6FF6A3182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CB48F-CD80-AA28-7925-FB7B897C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4F0456-F996-DA43-D0C6-1AB91D45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4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860C4D4-C5B9-3774-727C-E8195F687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8B5A3F-A97E-2755-662B-88DE9883E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EF036E-B16B-3F2A-0DD7-91BC3D2E6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78F68-8A62-43B6-A7BA-B860582DACE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72DFF7-D066-4AC9-A367-70773B5EC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59F29A-0218-FEBC-7E21-D6DEC47F3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9DDEF-6EEE-4FA0-BDB4-A4140055349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9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81201DCC-BA6C-8830-C572-7A2705C8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10" y="3044156"/>
            <a:ext cx="8992379" cy="769687"/>
          </a:xfrm>
          <a:prstGeom prst="rect">
            <a:avLst/>
          </a:prstGeom>
        </p:spPr>
      </p:pic>
      <p:sp>
        <p:nvSpPr>
          <p:cNvPr id="6" name="Légende : flèche courbée 5">
            <a:extLst>
              <a:ext uri="{FF2B5EF4-FFF2-40B4-BE49-F238E27FC236}">
                <a16:creationId xmlns:a16="http://schemas.microsoft.com/office/drawing/2014/main" id="{42611AD4-6EF7-A972-4739-3B30FFAA3646}"/>
              </a:ext>
            </a:extLst>
          </p:cNvPr>
          <p:cNvSpPr/>
          <p:nvPr/>
        </p:nvSpPr>
        <p:spPr>
          <a:xfrm flipH="1">
            <a:off x="4720281" y="2654943"/>
            <a:ext cx="1554892" cy="612648"/>
          </a:xfrm>
          <a:prstGeom prst="borderCallout2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dirty="0" err="1"/>
              <a:t>GreenBrain</a:t>
            </a:r>
            <a:r>
              <a:rPr lang="fr-FR" sz="800" dirty="0"/>
              <a:t>: click on </a:t>
            </a:r>
            <a:r>
              <a:rPr lang="fr-FR" sz="800" dirty="0" err="1"/>
              <a:t>this</a:t>
            </a:r>
            <a:r>
              <a:rPr lang="fr-FR" sz="800" dirty="0"/>
              <a:t> </a:t>
            </a:r>
            <a:r>
              <a:rPr lang="fr-FR" sz="800" dirty="0" err="1"/>
              <a:t>icon</a:t>
            </a:r>
            <a:r>
              <a:rPr lang="fr-FR" sz="800" dirty="0"/>
              <a:t> to display the </a:t>
            </a:r>
            <a:r>
              <a:rPr lang="fr-FR" sz="800" dirty="0" err="1"/>
              <a:t>result</a:t>
            </a:r>
            <a:r>
              <a:rPr lang="fr-FR" sz="800" dirty="0"/>
              <a:t> of </a:t>
            </a:r>
            <a:r>
              <a:rPr lang="fr-FR" sz="800" dirty="0" err="1"/>
              <a:t>any</a:t>
            </a:r>
            <a:r>
              <a:rPr lang="fr-FR" sz="800" dirty="0"/>
              <a:t> LLM </a:t>
            </a:r>
            <a:r>
              <a:rPr lang="fr-FR" sz="800" dirty="0" err="1"/>
              <a:t>analysis</a:t>
            </a:r>
            <a:r>
              <a:rPr lang="fr-FR" sz="800" dirty="0"/>
              <a:t> (transcription, etc.)</a:t>
            </a:r>
            <a:endParaRPr lang="en-US" sz="800" dirty="0"/>
          </a:p>
        </p:txBody>
      </p:sp>
      <p:sp>
        <p:nvSpPr>
          <p:cNvPr id="7" name="Légende : flèche courbée 6">
            <a:extLst>
              <a:ext uri="{FF2B5EF4-FFF2-40B4-BE49-F238E27FC236}">
                <a16:creationId xmlns:a16="http://schemas.microsoft.com/office/drawing/2014/main" id="{7CF3C2BE-55FD-2C3A-C917-733C0C3B6D1F}"/>
              </a:ext>
            </a:extLst>
          </p:cNvPr>
          <p:cNvSpPr/>
          <p:nvPr/>
        </p:nvSpPr>
        <p:spPr>
          <a:xfrm flipH="1">
            <a:off x="4256902" y="3950578"/>
            <a:ext cx="1554892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2889"/>
              <a:gd name="adj6" fmla="val -49448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dirty="0"/>
              <a:t>Robot: click on </a:t>
            </a:r>
            <a:r>
              <a:rPr lang="fr-FR" sz="800" dirty="0" err="1"/>
              <a:t>this</a:t>
            </a:r>
            <a:r>
              <a:rPr lang="fr-FR" sz="800" dirty="0"/>
              <a:t> </a:t>
            </a:r>
            <a:r>
              <a:rPr lang="fr-FR" sz="800" dirty="0" err="1"/>
              <a:t>icon</a:t>
            </a:r>
            <a:r>
              <a:rPr lang="fr-FR" sz="800" dirty="0"/>
              <a:t> to display the </a:t>
            </a:r>
            <a:r>
              <a:rPr lang="fr-FR" sz="800" dirty="0" err="1"/>
              <a:t>Analysis</a:t>
            </a:r>
            <a:r>
              <a:rPr lang="fr-FR" sz="800" dirty="0"/>
              <a:t> Plan of </a:t>
            </a:r>
            <a:r>
              <a:rPr lang="fr-FR" sz="800" dirty="0" err="1"/>
              <a:t>any</a:t>
            </a:r>
            <a:r>
              <a:rPr lang="fr-FR" sz="800" dirty="0"/>
              <a:t> Deep Smart </a:t>
            </a:r>
            <a:r>
              <a:rPr lang="fr-FR" sz="800" dirty="0" err="1"/>
              <a:t>Analysis</a:t>
            </a:r>
            <a:r>
              <a:rPr lang="fr-FR" sz="800" dirty="0"/>
              <a:t>.</a:t>
            </a:r>
            <a:endParaRPr lang="en-US" sz="800" dirty="0"/>
          </a:p>
        </p:txBody>
      </p:sp>
      <p:sp>
        <p:nvSpPr>
          <p:cNvPr id="8" name="Légende : flèche courbée 7">
            <a:extLst>
              <a:ext uri="{FF2B5EF4-FFF2-40B4-BE49-F238E27FC236}">
                <a16:creationId xmlns:a16="http://schemas.microsoft.com/office/drawing/2014/main" id="{E7BF8C0D-AF28-D32B-439E-67AD48886D75}"/>
              </a:ext>
            </a:extLst>
          </p:cNvPr>
          <p:cNvSpPr/>
          <p:nvPr/>
        </p:nvSpPr>
        <p:spPr>
          <a:xfrm flipH="1">
            <a:off x="5925065" y="1847689"/>
            <a:ext cx="1554892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39568"/>
              <a:gd name="adj6" fmla="val -27991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dirty="0"/>
              <a:t>Copy: click on </a:t>
            </a:r>
            <a:r>
              <a:rPr lang="fr-FR" sz="800" dirty="0" err="1"/>
              <a:t>this</a:t>
            </a:r>
            <a:r>
              <a:rPr lang="fr-FR" sz="800" dirty="0"/>
              <a:t> </a:t>
            </a:r>
            <a:r>
              <a:rPr lang="fr-FR" sz="800" dirty="0" err="1"/>
              <a:t>icon</a:t>
            </a:r>
            <a:r>
              <a:rPr lang="fr-FR" sz="800" dirty="0"/>
              <a:t> to copy the content of the </a:t>
            </a:r>
            <a:r>
              <a:rPr lang="fr-FR" sz="800" dirty="0" err="1"/>
              <a:t>Thing</a:t>
            </a:r>
            <a:r>
              <a:rPr lang="fr-FR" sz="800" dirty="0"/>
              <a:t> (or </a:t>
            </a:r>
            <a:r>
              <a:rPr lang="fr-FR" sz="800" dirty="0" err="1"/>
              <a:t>its</a:t>
            </a:r>
            <a:r>
              <a:rPr lang="fr-FR" sz="800" dirty="0"/>
              <a:t> </a:t>
            </a:r>
            <a:r>
              <a:rPr lang="fr-FR" sz="800" dirty="0" err="1"/>
              <a:t>transcript</a:t>
            </a:r>
            <a:r>
              <a:rPr lang="fr-FR" sz="800" dirty="0"/>
              <a:t>  - for </a:t>
            </a:r>
            <a:r>
              <a:rPr lang="fr-FR" sz="800" dirty="0" err="1"/>
              <a:t>pictures</a:t>
            </a:r>
            <a:r>
              <a:rPr lang="fr-FR" sz="800" dirty="0"/>
              <a:t>) to the </a:t>
            </a:r>
            <a:r>
              <a:rPr lang="fr-FR" sz="800" dirty="0" err="1"/>
              <a:t>clipboard</a:t>
            </a:r>
            <a:endParaRPr lang="en-US" sz="800" dirty="0"/>
          </a:p>
        </p:txBody>
      </p:sp>
      <p:sp>
        <p:nvSpPr>
          <p:cNvPr id="11" name="Légende : flèche courbée 10">
            <a:extLst>
              <a:ext uri="{FF2B5EF4-FFF2-40B4-BE49-F238E27FC236}">
                <a16:creationId xmlns:a16="http://schemas.microsoft.com/office/drawing/2014/main" id="{B8DE236B-A6AF-7191-F538-A897167B52B1}"/>
              </a:ext>
            </a:extLst>
          </p:cNvPr>
          <p:cNvSpPr/>
          <p:nvPr/>
        </p:nvSpPr>
        <p:spPr>
          <a:xfrm flipH="1">
            <a:off x="6095999" y="4203056"/>
            <a:ext cx="1175952" cy="40601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5907"/>
              <a:gd name="adj6" fmla="val -897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dirty="0"/>
              <a:t>Pencil: click on </a:t>
            </a:r>
            <a:r>
              <a:rPr lang="fr-FR" sz="800" dirty="0" err="1"/>
              <a:t>this</a:t>
            </a:r>
            <a:r>
              <a:rPr lang="fr-FR" sz="800" dirty="0"/>
              <a:t> </a:t>
            </a:r>
            <a:r>
              <a:rPr lang="fr-FR" sz="800" dirty="0" err="1"/>
              <a:t>icon</a:t>
            </a:r>
            <a:r>
              <a:rPr lang="fr-FR" sz="800" dirty="0"/>
              <a:t> to </a:t>
            </a:r>
            <a:r>
              <a:rPr lang="fr-FR" sz="800" dirty="0" err="1"/>
              <a:t>edit</a:t>
            </a:r>
            <a:r>
              <a:rPr lang="fr-FR" sz="800" dirty="0"/>
              <a:t> the content of the </a:t>
            </a:r>
            <a:r>
              <a:rPr lang="fr-FR" sz="800" dirty="0" err="1"/>
              <a:t>Thing</a:t>
            </a:r>
            <a:endParaRPr lang="en-US" sz="800" dirty="0"/>
          </a:p>
        </p:txBody>
      </p:sp>
      <p:sp>
        <p:nvSpPr>
          <p:cNvPr id="12" name="Légende : flèche courbée 11">
            <a:extLst>
              <a:ext uri="{FF2B5EF4-FFF2-40B4-BE49-F238E27FC236}">
                <a16:creationId xmlns:a16="http://schemas.microsoft.com/office/drawing/2014/main" id="{DB739F6A-3430-0AAE-914D-3D50888ED095}"/>
              </a:ext>
            </a:extLst>
          </p:cNvPr>
          <p:cNvSpPr/>
          <p:nvPr/>
        </p:nvSpPr>
        <p:spPr>
          <a:xfrm flipH="1">
            <a:off x="6963032" y="4850380"/>
            <a:ext cx="1554892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86007"/>
              <a:gd name="adj6" fmla="val 1015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dirty="0" err="1"/>
              <a:t>External</a:t>
            </a:r>
            <a:r>
              <a:rPr lang="fr-FR" sz="800" dirty="0"/>
              <a:t> Link: click on </a:t>
            </a:r>
            <a:r>
              <a:rPr lang="fr-FR" sz="800" dirty="0" err="1"/>
              <a:t>this</a:t>
            </a:r>
            <a:r>
              <a:rPr lang="fr-FR" sz="800" dirty="0"/>
              <a:t> </a:t>
            </a:r>
            <a:r>
              <a:rPr lang="fr-FR" sz="800" dirty="0" err="1"/>
              <a:t>icon</a:t>
            </a:r>
            <a:r>
              <a:rPr lang="fr-FR" sz="800" dirty="0"/>
              <a:t> to </a:t>
            </a:r>
            <a:r>
              <a:rPr lang="fr-FR" sz="800" dirty="0" err="1"/>
              <a:t>create</a:t>
            </a:r>
            <a:r>
              <a:rPr lang="fr-FR" sz="800" dirty="0"/>
              <a:t> a </a:t>
            </a:r>
            <a:r>
              <a:rPr lang="fr-FR" sz="800" dirty="0" err="1"/>
              <a:t>link</a:t>
            </a:r>
            <a:r>
              <a:rPr lang="fr-FR" sz="800" dirty="0"/>
              <a:t> to a </a:t>
            </a:r>
            <a:r>
              <a:rPr lang="fr-FR" sz="800" dirty="0" err="1"/>
              <a:t>Thing</a:t>
            </a:r>
            <a:r>
              <a:rPr lang="fr-FR" sz="800" dirty="0"/>
              <a:t> on </a:t>
            </a:r>
            <a:r>
              <a:rPr lang="fr-FR" sz="800" dirty="0" err="1"/>
              <a:t>another</a:t>
            </a:r>
            <a:r>
              <a:rPr lang="fr-FR" sz="800" dirty="0"/>
              <a:t> Canvas (Can </a:t>
            </a:r>
            <a:r>
              <a:rPr lang="fr-FR" sz="800" dirty="0" err="1"/>
              <a:t>also</a:t>
            </a:r>
            <a:r>
              <a:rPr lang="fr-FR" sz="800" dirty="0"/>
              <a:t> </a:t>
            </a:r>
            <a:r>
              <a:rPr lang="fr-FR" sz="800" dirty="0" err="1"/>
              <a:t>be</a:t>
            </a:r>
            <a:r>
              <a:rPr lang="fr-FR" sz="800" dirty="0"/>
              <a:t> </a:t>
            </a:r>
            <a:r>
              <a:rPr lang="fr-FR" sz="800" dirty="0" err="1"/>
              <a:t>used</a:t>
            </a:r>
            <a:r>
              <a:rPr lang="fr-FR" sz="800" dirty="0"/>
              <a:t> to </a:t>
            </a:r>
            <a:r>
              <a:rPr lang="fr-FR" sz="800" dirty="0" err="1"/>
              <a:t>link</a:t>
            </a:r>
            <a:r>
              <a:rPr lang="fr-FR" sz="800" dirty="0"/>
              <a:t> on the </a:t>
            </a:r>
            <a:r>
              <a:rPr lang="fr-FR" sz="800" dirty="0" err="1"/>
              <a:t>same</a:t>
            </a:r>
            <a:r>
              <a:rPr lang="fr-FR" sz="800" dirty="0"/>
              <a:t> </a:t>
            </a:r>
            <a:r>
              <a:rPr lang="fr-FR" sz="800" dirty="0" err="1"/>
              <a:t>canvas</a:t>
            </a:r>
            <a:r>
              <a:rPr lang="fr-FR" sz="800" dirty="0"/>
              <a:t>)</a:t>
            </a:r>
            <a:endParaRPr lang="en-US" sz="800" dirty="0"/>
          </a:p>
        </p:txBody>
      </p:sp>
      <p:sp>
        <p:nvSpPr>
          <p:cNvPr id="13" name="Légende : flèche courbée 12">
            <a:extLst>
              <a:ext uri="{FF2B5EF4-FFF2-40B4-BE49-F238E27FC236}">
                <a16:creationId xmlns:a16="http://schemas.microsoft.com/office/drawing/2014/main" id="{C4EE1343-2AF8-0482-213E-1402E8216CA3}"/>
              </a:ext>
            </a:extLst>
          </p:cNvPr>
          <p:cNvSpPr/>
          <p:nvPr/>
        </p:nvSpPr>
        <p:spPr>
          <a:xfrm>
            <a:off x="8766089" y="1847689"/>
            <a:ext cx="1412789" cy="51916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90479"/>
              <a:gd name="adj6" fmla="val -6573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dirty="0"/>
              <a:t>Export: click on </a:t>
            </a:r>
            <a:r>
              <a:rPr lang="fr-FR" sz="800" dirty="0" err="1"/>
              <a:t>this</a:t>
            </a:r>
            <a:r>
              <a:rPr lang="fr-FR" sz="800" dirty="0"/>
              <a:t> </a:t>
            </a:r>
            <a:r>
              <a:rPr lang="fr-FR" sz="800" dirty="0" err="1"/>
              <a:t>icon</a:t>
            </a:r>
            <a:r>
              <a:rPr lang="fr-FR" sz="800" dirty="0"/>
              <a:t> to export the content of the </a:t>
            </a:r>
            <a:r>
              <a:rPr lang="fr-FR" sz="800" dirty="0" err="1"/>
              <a:t>Thing</a:t>
            </a:r>
            <a:r>
              <a:rPr lang="fr-FR" sz="800" dirty="0"/>
              <a:t> (or </a:t>
            </a:r>
            <a:r>
              <a:rPr lang="fr-FR" sz="800" dirty="0" err="1"/>
              <a:t>its</a:t>
            </a:r>
            <a:r>
              <a:rPr lang="fr-FR" sz="800" dirty="0"/>
              <a:t> </a:t>
            </a:r>
            <a:r>
              <a:rPr lang="fr-FR" sz="800" dirty="0" err="1"/>
              <a:t>transcript</a:t>
            </a:r>
            <a:r>
              <a:rPr lang="fr-FR" sz="800" dirty="0"/>
              <a:t>  - for </a:t>
            </a:r>
            <a:r>
              <a:rPr lang="fr-FR" sz="800" dirty="0" err="1"/>
              <a:t>pictures</a:t>
            </a:r>
            <a:r>
              <a:rPr lang="fr-FR" sz="800" dirty="0"/>
              <a:t>)</a:t>
            </a:r>
            <a:endParaRPr lang="en-US" sz="800" dirty="0"/>
          </a:p>
        </p:txBody>
      </p:sp>
      <p:sp>
        <p:nvSpPr>
          <p:cNvPr id="14" name="Légende : flèche courbée 13">
            <a:extLst>
              <a:ext uri="{FF2B5EF4-FFF2-40B4-BE49-F238E27FC236}">
                <a16:creationId xmlns:a16="http://schemas.microsoft.com/office/drawing/2014/main" id="{3E064B57-3471-BF71-784C-A1C632D43715}"/>
              </a:ext>
            </a:extLst>
          </p:cNvPr>
          <p:cNvSpPr/>
          <p:nvPr/>
        </p:nvSpPr>
        <p:spPr>
          <a:xfrm>
            <a:off x="9116712" y="4423788"/>
            <a:ext cx="1175952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35584"/>
              <a:gd name="adj6" fmla="val -10861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dirty="0"/>
              <a:t>Full Screen: click on </a:t>
            </a:r>
            <a:r>
              <a:rPr lang="fr-FR" sz="800" dirty="0" err="1"/>
              <a:t>this</a:t>
            </a:r>
            <a:r>
              <a:rPr lang="fr-FR" sz="800" dirty="0"/>
              <a:t> </a:t>
            </a:r>
            <a:r>
              <a:rPr lang="fr-FR" sz="800" dirty="0" err="1"/>
              <a:t>icon</a:t>
            </a:r>
            <a:r>
              <a:rPr lang="fr-FR" sz="800" dirty="0"/>
              <a:t> to display the </a:t>
            </a:r>
            <a:r>
              <a:rPr lang="fr-FR" sz="800" dirty="0" err="1"/>
              <a:t>Thing</a:t>
            </a:r>
            <a:r>
              <a:rPr lang="fr-FR" sz="800" dirty="0"/>
              <a:t> full screen</a:t>
            </a:r>
            <a:endParaRPr lang="en-US" sz="800" dirty="0"/>
          </a:p>
        </p:txBody>
      </p:sp>
      <p:sp>
        <p:nvSpPr>
          <p:cNvPr id="15" name="Légende : flèche courbée 14">
            <a:extLst>
              <a:ext uri="{FF2B5EF4-FFF2-40B4-BE49-F238E27FC236}">
                <a16:creationId xmlns:a16="http://schemas.microsoft.com/office/drawing/2014/main" id="{1BF286C2-CD5F-FF5F-3975-214EE9BEE2B1}"/>
              </a:ext>
            </a:extLst>
          </p:cNvPr>
          <p:cNvSpPr/>
          <p:nvPr/>
        </p:nvSpPr>
        <p:spPr>
          <a:xfrm>
            <a:off x="10348783" y="2363202"/>
            <a:ext cx="1300548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76034"/>
              <a:gd name="adj6" fmla="val -6504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dirty="0" err="1"/>
              <a:t>Iconize</a:t>
            </a:r>
            <a:r>
              <a:rPr lang="fr-FR" sz="800" dirty="0"/>
              <a:t>: click on </a:t>
            </a:r>
            <a:r>
              <a:rPr lang="fr-FR" sz="800" dirty="0" err="1"/>
              <a:t>this</a:t>
            </a:r>
            <a:r>
              <a:rPr lang="fr-FR" sz="800" dirty="0"/>
              <a:t> </a:t>
            </a:r>
            <a:r>
              <a:rPr lang="fr-FR" sz="800" dirty="0" err="1"/>
              <a:t>icon</a:t>
            </a:r>
            <a:r>
              <a:rPr lang="fr-FR" sz="800" dirty="0"/>
              <a:t> to </a:t>
            </a:r>
            <a:r>
              <a:rPr lang="fr-FR" sz="800" dirty="0" err="1"/>
              <a:t>reduce</a:t>
            </a:r>
            <a:r>
              <a:rPr lang="fr-FR" sz="800" dirty="0"/>
              <a:t> the </a:t>
            </a:r>
            <a:r>
              <a:rPr lang="fr-FR" sz="800" dirty="0" err="1"/>
              <a:t>Thing</a:t>
            </a:r>
            <a:r>
              <a:rPr lang="fr-FR" sz="800" dirty="0"/>
              <a:t> to an Icon</a:t>
            </a:r>
            <a:endParaRPr lang="en-US" sz="800" dirty="0"/>
          </a:p>
        </p:txBody>
      </p:sp>
      <p:sp>
        <p:nvSpPr>
          <p:cNvPr id="18" name="Légende : flèche courbée 17">
            <a:extLst>
              <a:ext uri="{FF2B5EF4-FFF2-40B4-BE49-F238E27FC236}">
                <a16:creationId xmlns:a16="http://schemas.microsoft.com/office/drawing/2014/main" id="{39EEEEA6-B36C-96BC-C973-8707FB0C09C3}"/>
              </a:ext>
            </a:extLst>
          </p:cNvPr>
          <p:cNvSpPr/>
          <p:nvPr/>
        </p:nvSpPr>
        <p:spPr>
          <a:xfrm>
            <a:off x="10348783" y="3785014"/>
            <a:ext cx="1341738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0703"/>
              <a:gd name="adj6" fmla="val -3957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dirty="0"/>
              <a:t>Trash: click on </a:t>
            </a:r>
            <a:r>
              <a:rPr lang="fr-FR" sz="800" dirty="0" err="1"/>
              <a:t>this</a:t>
            </a:r>
            <a:r>
              <a:rPr lang="fr-FR" sz="800" dirty="0"/>
              <a:t> </a:t>
            </a:r>
            <a:r>
              <a:rPr lang="fr-FR" sz="800" dirty="0" err="1"/>
              <a:t>icon</a:t>
            </a:r>
            <a:r>
              <a:rPr lang="fr-FR" sz="800" dirty="0"/>
              <a:t> to </a:t>
            </a:r>
            <a:r>
              <a:rPr lang="fr-FR" sz="800" dirty="0" err="1"/>
              <a:t>delete</a:t>
            </a:r>
            <a:r>
              <a:rPr lang="fr-FR" sz="800" dirty="0"/>
              <a:t> the </a:t>
            </a:r>
            <a:r>
              <a:rPr lang="fr-FR" sz="800" dirty="0" err="1"/>
              <a:t>Thing</a:t>
            </a:r>
            <a:r>
              <a:rPr lang="fr-FR" sz="800" dirty="0"/>
              <a:t> and all </a:t>
            </a:r>
            <a:r>
              <a:rPr lang="fr-FR" sz="800" dirty="0" err="1"/>
              <a:t>its</a:t>
            </a:r>
            <a:r>
              <a:rPr lang="fr-FR" sz="800" dirty="0"/>
              <a:t> links. This </a:t>
            </a:r>
            <a:r>
              <a:rPr lang="fr-FR" sz="800" dirty="0" err="1"/>
              <a:t>operation</a:t>
            </a:r>
            <a:r>
              <a:rPr lang="fr-FR" sz="800" dirty="0"/>
              <a:t> </a:t>
            </a:r>
            <a:r>
              <a:rPr lang="fr-FR" sz="800" dirty="0" err="1"/>
              <a:t>is</a:t>
            </a:r>
            <a:r>
              <a:rPr lang="fr-FR" sz="800" dirty="0"/>
              <a:t> non-</a:t>
            </a:r>
            <a:r>
              <a:rPr lang="fr-FR" sz="800" dirty="0" err="1"/>
              <a:t>recoverable</a:t>
            </a:r>
            <a:r>
              <a:rPr lang="fr-FR" sz="800" dirty="0"/>
              <a:t>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428657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Grand écran</PresentationFormat>
  <Paragraphs>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polette</dc:creator>
  <cp:lastModifiedBy>olivier polette</cp:lastModifiedBy>
  <cp:revision>1</cp:revision>
  <dcterms:created xsi:type="dcterms:W3CDTF">2026-01-20T12:23:28Z</dcterms:created>
  <dcterms:modified xsi:type="dcterms:W3CDTF">2026-01-20T12:23:43Z</dcterms:modified>
</cp:coreProperties>
</file>